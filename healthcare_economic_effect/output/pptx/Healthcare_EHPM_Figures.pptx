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1. Dual-Return Framework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Demand-side (I-O multiplier) + Supply-side (health-capital tempo) = Total return.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2. Healthcare I-O Multipliers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 sector I-O multipliers for 13 OECD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3. Fiscal Return Ratio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Fiscal Return = (tax rate x multiplier) / public share. Values &gt;= 1.0 indicate fiscal sustainability.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4. Three-Layer Tempo Analogy</a:t>
            </a:r>
          </a:p>
        </p:txBody>
      </p:sp>
      <p:pic>
        <p:nvPicPr>
          <p:cNvPr id="3" name="Picture 2" descr="fig5_three_lay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Population -&gt; GDP -&gt; Healthcare tempo drift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5. CHE vs Life Expectancy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Linear fit excluding US. Quadratic term non-significant when US excluded (F=0.5, p=0.49).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6. Diagnostic Imaging Density</a:t>
            </a:r>
          </a:p>
        </p:txBody>
      </p:sp>
      <p:pic>
        <p:nvPicPr>
          <p:cNvPr id="3" name="Picture 2" descr="fig6_equipmen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CT + MRI per million population (OECD 2021). Japan at 170.9 is 4x OECD median.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7. Import Leakage vs Multiplier</a:t>
            </a:r>
          </a:p>
        </p:txBody>
      </p:sp>
      <p:pic>
        <p:nvPicPr>
          <p:cNvPr id="3" name="Picture 2" descr="fig7_import_leakage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Leakage reduces effective multiplier. Japan: 2.78 -&gt; 2.64 (5% leakage).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8. Japan Counterfactual Analysis</a:t>
            </a:r>
          </a:p>
        </p:txBody>
      </p:sp>
      <p:pic>
        <p:nvPicPr>
          <p:cNvPr id="3" name="Picture 2" descr="fig8_counterfactual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Baseline 1.04, A: avg equip 0.98, B: domestic mfg 1.09, C: both 1.03.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