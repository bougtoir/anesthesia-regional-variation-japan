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日本の335二次医療圏における麻酔診療の地域差</a:t>
            </a:r>
          </a:p>
          <a:p>
            <a:pPr algn="ctr">
              <a:defRPr sz="1600">
                <a:solidFill>
                  <a:srgbClr val="646464"/>
                </a:solidFill>
                <a:latin typeface="Arial"/>
              </a:defRPr>
            </a:pPr>
            <a:r>
              <a:t>全国レセプトデータを用いた横断的分析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表1. 分析対象の麻酔関連診療行為コード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647" y="109728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32004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コード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術式名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臨床的意義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対象圏数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閉鎖循環式全身麻酔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GA量の主要指標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硬膜外麻酔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区域麻酔（単独又は併用）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硬膜外麻酔後における局所麻酔剤の持続的注入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GA+硬膜外併用の直接指標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脊椎麻酔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GA代替法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麻酔管理料（I）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麻酔科専門医配置の代理指標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神経ブロック（入院）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ペインクリニック活動指標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表2. 二次医療圏における麻酔関連診療行為のSCR分布（全国平均=100）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047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9144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コード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術式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P10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P50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CV (%)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全身麻酔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32.3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73.2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131.5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54.6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硬膜外麻酔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184.0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持続硬膜外注入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19.0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73.1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150.0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64.9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脊椎麻酔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84.3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169.0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56.3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麻酔管理料I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32.5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79.1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149.1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57.2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神経ブロック（入院）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174.7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図1</a:t>
            </a:r>
          </a:p>
        </p:txBody>
      </p:sp>
      <p:pic>
        <p:nvPicPr>
          <p:cNvPr id="3" name="Picture 2" descr="map_L008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55" y="685800"/>
            <a:ext cx="424638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図1. 二次医療圏別の全身麻酔（L008）標準化レセプト出現比。実線=都道府県境界、破線=二次医療圏境界。北方領土は白色（医療圏未設定）。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図2</a:t>
            </a:r>
          </a:p>
        </p:txBody>
      </p:sp>
      <p:pic>
        <p:nvPicPr>
          <p:cNvPr id="3" name="Picture 2" descr="map_univ_pres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58" y="685800"/>
            <a:ext cx="595297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図2. 二次医療圏別の大学病院所在状況。赤丸は1校以上の大学病院を含むSMA（335圏中64圏）。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図3</a:t>
            </a:r>
          </a:p>
        </p:txBody>
      </p:sp>
      <p:pic>
        <p:nvPicPr>
          <p:cNvPr id="3" name="Picture 2" descr="map_L004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55" y="685800"/>
            <a:ext cx="4246384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図3. 二次医療圏別の脊椎麻酔（L004）標準化レセプト出現比。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図4</a:t>
            </a:r>
          </a:p>
        </p:txBody>
      </p:sp>
      <p:pic>
        <p:nvPicPr>
          <p:cNvPr id="3" name="Picture 2" descr="map_L008_L004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141" y="685800"/>
            <a:ext cx="4177413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図4. 全身麻酔+脊椎麻酔合計（L008+L004）SCR。合算により査定による再分類の影響を中和。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図5</a:t>
            </a:r>
          </a:p>
        </p:txBody>
      </p:sp>
      <p:pic>
        <p:nvPicPr>
          <p:cNvPr id="3" name="Picture 2" descr="map_L003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451" y="685800"/>
            <a:ext cx="41727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図5. 持続硬膜外注入（L003）SCR — GA+硬膜外併用の直接指標。CV=64.9%。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図6</a:t>
            </a:r>
          </a:p>
        </p:txBody>
      </p:sp>
      <p:pic>
        <p:nvPicPr>
          <p:cNvPr id="3" name="Picture 2" descr="map_L003_L008_ratio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451" y="685800"/>
            <a:ext cx="41727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図6. L003/L008比（GA1件あたりの硬膜外併用率）。手術件数で補正済み。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図7</a:t>
            </a:r>
          </a:p>
        </p:txBody>
      </p:sp>
      <p:pic>
        <p:nvPicPr>
          <p:cNvPr id="3" name="Picture 2" descr="3D_ratio_by_anes_v2_j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685800"/>
            <a:ext cx="65836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図7. 3次元押出マップ：色=L003/L008比（硬膜外併用率）、高さ=麻酔科医数。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図8</a:t>
            </a:r>
          </a:p>
        </p:txBody>
      </p:sp>
      <p:pic>
        <p:nvPicPr>
          <p:cNvPr id="3" name="Picture 2" descr="3D_L008_by_anes_v2_j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685800"/>
            <a:ext cx="65836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図8. 3次元押出マップ：色=L008 SCR（全身麻酔量）、高さ=麻酔科医数。赤く高い領域は大都市圏の大学病院所在圏。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図9</a:t>
            </a:r>
          </a:p>
        </p:txBody>
      </p:sp>
      <p:pic>
        <p:nvPicPr>
          <p:cNvPr id="3" name="Picture 2" descr="3D_ratio_by_surgery_v2_j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685800"/>
            <a:ext cx="65836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図9. 3次元押出マップ：色=L003/L008比、高さ=手術あたりGA率。高さの変動は小さく、手術あたりGA率は比較的均一。色の変動が硬膜外併用率の差を表現。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STROBE チェックリスト（横断研究）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647" y="1097280"/>
          <a:ext cx="10058400" cy="877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STROBE推奨事項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本論文での該当箇所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題名と抄録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表紙および構造化抄録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情報を含む抄録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全要素を含む構造化抄録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背景/根拠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緒言 第1-3段落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目的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緒言 第5段落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研究デザイン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方法：研究デザインとデータソース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対象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方法：335圏、2022年度データ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6a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参加者/適格基準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該当なし（生態学的研究）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変数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方法：麻酔コード（表1）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データソース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方法：研究デザインとデータソース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バイアス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方法：感度分析、考察：限界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研究規模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方法：335圏、47都道府県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量的変数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方法：統計解析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統計手法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方法：統計解析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参加者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結果：L008データを持つ334圏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記述データ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結果：表2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アウトカムデータ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結果：地域差セクション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主要結果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結果：感度分析1-3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その他の解析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結果：合計SCR、ペインクリニック波及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主要な知見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考察：主要所見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限界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考察：長所と限界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解釈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考察：既存文献との比較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一般化可能性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考察：結論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資金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[著者が記入]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