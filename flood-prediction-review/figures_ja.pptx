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図-1 計画放水発電の出力と揚水所要出力の関係</a:t>
            </a:r>
          </a:p>
        </p:txBody>
      </p:sp>
      <p:pic>
        <p:nvPicPr>
          <p:cNvPr id="3" name="Picture 2" descr="fig1_energy_balanc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004" y="914400"/>
            <a:ext cx="6533686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青破線は揚水所要出力3.7 MWの等出力線．破線より上の領域でエネルギー的に自立する．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図-2 事前地下水位低下による帯水層貯留容量</a:t>
            </a:r>
          </a:p>
        </p:txBody>
      </p:sp>
      <p:pic>
        <p:nvPicPr>
          <p:cNvPr id="3" name="Picture 2" descr="fig2_aquifer_storage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693" y="914400"/>
            <a:ext cx="8100309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赤破線は2018年浸水量（15.3 x 10^6 m3）．バー上の数値は浸水量に対する割合．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図-3 洪水シナリオ別ハイドログラフ比較（小田川流域）</a:t>
            </a:r>
          </a:p>
        </p:txBody>
      </p:sp>
      <p:pic>
        <p:nvPicPr>
          <p:cNvPr id="3" name="Picture 2" descr="fig3_hydrograph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231" y="914400"/>
            <a:ext cx="6307233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上段: 降雨強度，下段: 流出量．シナリオ1: 対策なし，2: 合流点付替え，3: 地下水管理型，4: 統合型．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図-4 シナリオ別のピーク流量と総流出量の比較</a:t>
            </a:r>
          </a:p>
        </p:txBody>
      </p:sp>
      <p:pic>
        <p:nvPicPr>
          <p:cNvPr id="3" name="Picture 2" descr="fig4_scenario_comparison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43607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/>
            </a:pPr>
            <a:r>
              <a:t>(a) ピーク流量の比較，(b) 総流出量の比較．数値は対策なしに対する削減率．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