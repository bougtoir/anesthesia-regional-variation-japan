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図1. 医療版サピア＝ウォーフ フィードバックループ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疾病分類学的カテゴリーは病人役割レベルで作動し、制度的応答を形成する。この変化は疾患認識および病い体験にフィードバックし、再帰的ループを創出する。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表1. 労働関連心血管イベントへの臨床的応答：日本 vs. 過労死概念なしの国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領域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日本（過労死概念あり）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対応概念なしの国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診断パスウェイ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労働歴が体系的に評価；産業医コンサルテーションが発動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標準的CVA/MI精査；労働条件は稀に記録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コーディング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心血管イベントを過重労働と紐付ける特定コード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標準ICD心血管コード；労働との紐付きなし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補償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法的基準を伴う専用労災補償（例：月80時間超の残業）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一般的障害保険；業務特異的パスウェイなし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疫学的追跡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1987年以降の過労死症例の全国統計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労働関連心血管死亡の体系的追跡なし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予防インフラ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時間外労働上限規制、年次健診、過労死110番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一般的産業衛生規制；標的型心血管予防なし</a:t>
                      </a:r>
                    </a:p>
                  </a:txBody>
                  <a:tcPr anchor="ctr"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研究資金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過労死専門の研究；大規模疫学データ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労働関連CVDは産業衛生のサブトピック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943600"/>
            <a:ext cx="116430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表1. インフラストラクチャー創出メカニズムを例示する比較。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図2. 提案する分断時系列研究デザイン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国家間のICD-11の段階的採用が多重ベースラインデザインを可能にし、分類変更の臨床実践への効果に関する因果推論を強化する。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表2. サピア＝ウォーフ分析に適するICD-11の主要構造変化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ICD-11の変更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検証可能な事項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予測されるサピア＝ウォーフ効果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慢性疼痛独立章（MG30）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紹介パターン・専門医利用・治療法の変化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疼痛が疾患実体として認識；専門医紹介の増加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バーンアウト（QD85）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過労死類似概念の国際的拡散；病気休暇パターンの変化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公式分類が過労死類似のインフラを触媒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ゲーム障害（6C51）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発生率の推移；受療行動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分類が臨床的実体を創出（ループ効果）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性別不合の再分類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スティグマ・治療アクセス・自己同定の変化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生物学を変えずに病い体験を変容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943600"/>
            <a:ext cx="116430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表2. 自然実験条件を提供するICD-11の変更。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