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Figure 1. Medical Sapir–Whorf Feedback Loop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484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Nosological categories operate at the sickness level, shaping institutional responses. These changes feed back to alter disease recognition and illness experience, creating a recursive loop.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Table 1. Clinical Responses to Work-Related CV Events: Japan vs. Countries Without Karoshi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116430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1018"/>
                <a:gridCol w="3881018"/>
                <a:gridCol w="3881019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Japan (karoshi concept present)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Countries without equivalent concept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Diagnostic pathway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Work history systematically assessed; occupational medicine consultation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Standard CVA/MI workup; working conditions rarely documented</a:t>
                      </a:r>
                    </a:p>
                  </a:txBody>
                  <a:tcPr anchor="ctr"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Specific codes link CV event to overwork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Standard ICD CV codes; no work linkage</a:t>
                      </a:r>
                    </a:p>
                  </a:txBody>
                  <a:tcPr anchor="ctr"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Compensation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Dedicated workers’ compensation with legal criteria (&gt;80 h/week)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General disability insurance; no work-specific CV pathway</a:t>
                      </a:r>
                    </a:p>
                  </a:txBody>
                  <a:tcPr anchor="ctr"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Epidemiological 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National karoshi statistics since 1987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 systematic tracking of work-related CV mortality</a:t>
                      </a:r>
                    </a:p>
                  </a:txBody>
                  <a:tcPr anchor="ctr"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Prevention 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Mandatory overtime limits, annual health checks, karoshi hotline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General OH regulations; no targeted CV prevention</a:t>
                      </a:r>
                    </a:p>
                  </a:txBody>
                  <a:tcPr anchor="ctr"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Research funding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Dedicated karoshi research; large epidemiological 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Work-related CVD as subtopic of occupational health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5943600"/>
            <a:ext cx="116430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Table 1. Comparison illustrating the infrastructure creation mechanism.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Figure 2. Proposed Interrupted Time-Series Study Design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484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Staggered ICD-11 adoption across countries enables a multiple baseline design, strengthening causal inference about classification changes on clinical practice.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Table 2. Key ICD-11 Structural Changes for Sapir–Whorf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116430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1018"/>
                <a:gridCol w="3881018"/>
                <a:gridCol w="3881019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ICD-11 change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What can be tested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Expected Sapir–Whorf effect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Chronic pain chapter (MG30)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Referral patterns, specialist utilization, treatment modalities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Pain recognized as disease; increased specialist referrals</a:t>
                      </a:r>
                    </a:p>
                  </a:txBody>
                  <a:tcPr anchor="ctr"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Burnout (QD85)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International diffusion of karoshi concepts; sick-leave patterns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Formal classification catalyzes karoshi-like infrastructure</a:t>
                      </a:r>
                    </a:p>
                  </a:txBody>
                  <a:tcPr anchor="ctr"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Gaming disorder (6C51)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Incidence trends; treatment-seeking behavior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Classification creates clinical entity (looping effect)</a:t>
                      </a:r>
                    </a:p>
                  </a:txBody>
                  <a:tcPr anchor="ctr"/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Gender incongruence reclassified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Stigma, treatment access, self-identification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Reclassification alters illness experience without changing biology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5943600"/>
            <a:ext cx="116430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/>
            </a:pPr>
            <a:r>
              <a:t>Table 2. ICD-11 changes providing natural experimental conditions.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