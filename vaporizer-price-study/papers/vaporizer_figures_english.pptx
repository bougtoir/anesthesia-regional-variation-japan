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476F"/>
                </a:solidFill>
              </a:defRPr>
            </a:pPr>
            <a:r>
              <a:t>EU Desflurane Regulation and Secondary Market Vaporizer Prices:</a:t>
            </a:r>
            <a:br/>
            <a:r>
              <a:t>A Cross-Sectional Time-Series Analysis of eBay Completed Sales</a:t>
            </a:r>
          </a:p>
          <a:p>
            <a:pPr algn="ctr">
              <a:spcBef>
                <a:spcPts val="2000"/>
              </a:spcBef>
              <a:defRPr sz="2000">
                <a:solidFill>
                  <a:srgbClr val="555555"/>
                </a:solidFill>
              </a:defRPr>
            </a:pPr>
            <a:r>
              <a:t>Figures and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price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29" y="274320"/>
            <a:ext cx="3911636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Figure 1. </a:t>
            </a:r>
            <a:r>
              <a:rPr sz="1200" i="1"/>
              <a:t>Time-series of eBay sold prices (desflurane=red, sevoflurane=blue, isoflurane=green). Vertical dashed lines indicate EU regulatory milestones. LOWESS trend lines shown. Note the progressive decline in the desflurane LOWESS curve. Data source: eBay Terapeak.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box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912" y="274320"/>
            <a:ext cx="769187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Figure 2. </a:t>
            </a:r>
            <a:r>
              <a:rPr sz="1200" i="1"/>
              <a:t>Pre- vs post-regulation price comparison box plots. Note the compressed post-regulation distribution for desflurane toward lower prices. Data source: eBay Terapeak.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monthly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00" y="274320"/>
            <a:ext cx="9216695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Figure 3. </a:t>
            </a:r>
            <a:r>
              <a:rPr sz="1200" i="1"/>
              <a:t>Monthly median price trends. A sustained decline in desflurane prices is visible from mid-2024. Data source: eBay Terapeak.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"/>
            <a:ext cx="10820095" cy="40045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461753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Figure 4. </a:t>
            </a:r>
            <a:r>
              <a:rPr sz="1200" i="1"/>
              <a:t>Price distribution histograms. The post-regulation desflurane distribution shifts leftward (toward lower prices). Data source: eBay Terapeak.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regulator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590" y="274320"/>
            <a:ext cx="9230515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Figure 5. </a:t>
            </a:r>
            <a:r>
              <a:rPr sz="1200" i="1"/>
              <a:t>EU regulatory timeline and price trends. Regulatory phases are shaded. The stepwise price decline for desflurane is visually apparent. Data source: eBay Terapeak.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6_quarterl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704" y="274320"/>
            <a:ext cx="5294286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/>
              <a:t>Figure 6. </a:t>
            </a:r>
            <a:r>
              <a:rPr sz="1200" i="1"/>
              <a:t>Quarterly median price (top) and transaction volume (bottom) trends. Desflurane quarterly median declined from ~$250 to ~$100. Data source: eBay Terapeak.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