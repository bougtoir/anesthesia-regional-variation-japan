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476F"/>
                </a:solidFill>
              </a:defRPr>
            </a:pPr>
            <a:r>
              <a:t>EUデスフルラン規制と中古市場気化器価格：</a:t>
            </a:r>
            <a:br/>
            <a:r>
              <a:t>eBay落札データの横断的時系列分析</a:t>
            </a:r>
          </a:p>
          <a:p>
            <a:pPr algn="ctr">
              <a:spcBef>
                <a:spcPts val="2000"/>
              </a:spcBef>
              <a:defRPr sz="2000">
                <a:solidFill>
                  <a:srgbClr val="555555"/>
                </a:solidFill>
              </a:defRPr>
            </a:pPr>
            <a:r>
              <a:t>図表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price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29" y="274320"/>
            <a:ext cx="3911636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図1. </a:t>
            </a:r>
            <a:r>
              <a:rPr sz="1200" i="1"/>
              <a:t>eBay落札価格の時系列推移（デスフルラン=赤、セボフルラン=青、イソフルラン=緑）。縦破線はEU規制マイルストーン。LOWESSトレンドライン付き。デスフルランのLOWESS曲線の段階的な下降に注目。データソース: eBay Terapeak。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box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912" y="274320"/>
            <a:ext cx="769187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図2. </a:t>
            </a:r>
            <a:r>
              <a:rPr sz="1200" i="1"/>
              <a:t>規制前後の価格比較箱ひげ図。デスフルランの規制後分布が低価格側に圧縮されている。データソース: eBay Terapeak。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monthly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00" y="274320"/>
            <a:ext cx="9216695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図3. </a:t>
            </a:r>
            <a:r>
              <a:rPr sz="1200" i="1"/>
              <a:t>月別中央値価格推移。2024年中頃からデスフルランの持続的下落が確認できる。データソース: eBay Terapeak。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"/>
            <a:ext cx="10820095" cy="40045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461753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図4. </a:t>
            </a:r>
            <a:r>
              <a:rPr sz="1200" i="1"/>
              <a:t>価格分布ヒストグラム。デスフルランの規制後分布が左方向（低価格側）にシフトしている。データソース: eBay Terapeak。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regulator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590" y="274320"/>
            <a:ext cx="9230515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図5. </a:t>
            </a:r>
            <a:r>
              <a:rPr sz="1200" i="1"/>
              <a:t>EU規制タイムラインと価格推移。規制段階を署け。デスフルランの段階的な価格下落が視覚的に確認できる。データソース: eBay Terapeak。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6_quarterl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704" y="274320"/>
            <a:ext cx="5294286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図6. </a:t>
            </a:r>
            <a:r>
              <a:rPr sz="1200" i="1"/>
              <a:t>四半期別中央値価格（上）と取引量（下）の推移。デスフルランの四半期中央値が~$250から~$100へ下落。データソース: eBay Terapeak。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