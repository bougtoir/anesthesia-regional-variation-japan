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Fig. 1: DVS × ノイズ逆問題 — 4領域と5つの未開拓ギャップ（G1–G5）</a:t>
            </a:r>
          </a:p>
        </p:txBody>
      </p:sp>
      <p:pic>
        <p:nvPicPr>
          <p:cNvPr id="3" name="Picture 2" descr="fig1_gap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808" y="914400"/>
            <a:ext cx="478607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先行研究を4領域（A: DVSノイズ物理モデリング、B: DVSノイズフィルタリング、C: DVS天文応用、D: ノイズ逆問題）に分類し、5つの未開拓ギャップ（G1–G5）を同定。G3（天文パイプライン）とG4（テンプレートフリー検出）が最も探索価値の高い領域。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Fig. 2: G3天文パイプライン + G4テンプレートフリー検出</a:t>
            </a:r>
          </a:p>
        </p:txBody>
      </p:sp>
      <p:pic>
        <p:nvPicPr>
          <p:cNvPr id="3" name="Picture 2" descr="fig2_g3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734" y="914400"/>
            <a:ext cx="706222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LIGOのノイズ再構成パイプライン（Vajente et al. 2020）をDVS天文観測に移植する4段階アーキテクチャ（G3）。Stage 4ではG4のテンプレートフリー検出——ノイズを解いて残差から未知天体を発見——を統合。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