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1: Gap Map</a:t>
            </a:r>
          </a:p>
        </p:txBody>
      </p:sp>
      <p:pic>
        <p:nvPicPr>
          <p:cNvPr id="3" name="Picture 2" descr="fig1_gap_map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32001" y="914400"/>
            <a:ext cx="4527693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Four surveyed domains (A: DVS noise physics, B: DVS denoising, C: DVS astronomical applications, D: noise inverse problem methods) and five identified research gaps (G1–G5) at their intersections.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2: G3 Pipeline Architecture</a:t>
            </a:r>
          </a:p>
        </p:txBody>
      </p:sp>
      <p:pic>
        <p:nvPicPr>
          <p:cNvPr id="3" name="Picture 2" descr="fig2_g3_pipeline_e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7340" y="914400"/>
            <a:ext cx="6677014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System architecture of the G3 astronomy-specific DVS noise inverse problem pipeline. Four stages: (1) noise forward model construction, (2) Bayesian inverse problem solution, (3) residual event stream generation, (4) astronomical calibration and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3: SNR Improvement Analysis</a:t>
            </a:r>
          </a:p>
        </p:txBody>
      </p:sp>
      <p:pic>
        <p:nvPicPr>
          <p:cNvPr id="3" name="Picture 2" descr="fig4_sn_improve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647" y="914400"/>
            <a:ext cx="10058400" cy="321982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Signal-to-noise ratio improvement analysis. (a) Fano factor spatial map showing noise-dominated vs. signal pixels; (b) Temporal dynamics of noise and signal event rates; (c) Per-pixel SNR distribution before and after noise subtraction.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/>
            </a:pPr>
            <a:r>
              <a:t>Figure 4: Proof-of-Concept Demonstration</a:t>
            </a:r>
          </a:p>
        </p:txBody>
      </p:sp>
      <p:pic>
        <p:nvPicPr>
          <p:cNvPr id="3" name="Picture 2" descr="fig3_noise_inverse_dem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8889" y="914400"/>
            <a:ext cx="6593917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8521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/>
            </a:pPr>
            <a:r>
              <a:t>Noise inverse problem demonstration on EBSSA data. (a) Raw event accumulation (1,800,674 events); (b) Estimated noise rate map; (c) Per-event noise probability distribution; (d) Residual events after 90.3% noise removal (175,261 events).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