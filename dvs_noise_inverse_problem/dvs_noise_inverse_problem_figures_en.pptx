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1: DVS × Noise Inverse Problem — Four Domains and Five Gaps (G1–G5)</a:t>
            </a:r>
          </a:p>
        </p:txBody>
      </p:sp>
      <p:pic>
        <p:nvPicPr>
          <p:cNvPr id="3" name="Picture 2" descr="fig1_gap_ma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394" y="914400"/>
            <a:ext cx="478890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Prior work categorized into four domains (A: DVS noise modeling, B: DVS noise filtering, C: DVS astronomical applications, D: Noise inverse problem in non-DVS fields). Five gaps (G1–G5) identified. G3 (astronomy pipeline) and G4 (template-free detection) are the highest-priority unexplored areas.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2: G3 Astronomy Pipeline + G4 Template-free Detection</a:t>
            </a:r>
          </a:p>
        </p:txBody>
      </p:sp>
      <p:pic>
        <p:nvPicPr>
          <p:cNvPr id="3" name="Picture 2" descr="fig2_g3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34" y="914400"/>
            <a:ext cx="70622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Four-stage architecture transplanting the LIGO noise reconstruction pipeline (Vajente et al. 2020) to DVS astronomy (G3). Stage 4 integrates G4 template-free detection—solving for noise and discovering objects in residuals without signal templates. Inputs: DVS main channel, auxiliary sensors, and physics-based pixel model (A5).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