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Antipsychotic: Retention &amp; Hazard Functions</a:t>
            </a:r>
          </a:p>
        </p:txBody>
      </p:sp>
      <p:pic>
        <p:nvPicPr>
          <p:cNvPr id="3" name="Picture 2" descr="fig3_antipsychotic_medication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Retention curves with Weibull fits and hazard functions for Antipsychotic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Antipsychotic: Weibull Probability Plot</a:t>
            </a:r>
          </a:p>
        </p:txBody>
      </p:sp>
      <p:pic>
        <p:nvPicPr>
          <p:cNvPr id="3" name="Picture 2" descr="fig4_antipsychotic_medication_discontinua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assessment for Antipsychotic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