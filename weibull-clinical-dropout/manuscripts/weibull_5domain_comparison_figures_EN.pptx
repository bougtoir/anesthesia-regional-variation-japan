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Cross-Domain k Comparison</a:t>
            </a:r>
          </a:p>
        </p:txBody>
      </p:sp>
      <p:pic>
        <p:nvPicPr>
          <p:cNvPr id="3" name="Picture 2" descr="fig11_cross_domain_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All 27 datasets across 5 domains show k&lt;1 (universal DFR).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Hazard Pattern Taxonomy</a:t>
            </a:r>
          </a:p>
        </p:txBody>
      </p:sp>
      <p:pic>
        <p:nvPicPr>
          <p:cNvPr id="3" name="Picture 2" descr="fig12_hazard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Domain-specific hazard functions showing universal decreasing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HIV/ART: Retention &amp; Hazard</a:t>
            </a:r>
          </a:p>
        </p:txBody>
      </p:sp>
      <p:pic>
        <p:nvPicPr>
          <p:cNvPr id="3" name="Picture 2" descr="fig1_hiv_art_treatment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HIV/ART retention curves with Weibull fits.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Antipsychotic: Retention &amp; Hazard</a:t>
            </a:r>
          </a:p>
        </p:txBody>
      </p:sp>
      <p:pic>
        <p:nvPicPr>
          <p:cNvPr id="3" name="Picture 2" descr="fig3_antipsychotic_medication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Antipsychotic retention curves with Weibull fits.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Substance Use: Retention &amp; Hazard</a:t>
            </a:r>
          </a:p>
        </p:txBody>
      </p:sp>
      <p:pic>
        <p:nvPicPr>
          <p:cNvPr id="3" name="Picture 2" descr="fig5_substance_use_disorder_treatme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Substance Use retention curves with Weibull fits.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Cardiac Rehab: Retention &amp; Hazard</a:t>
            </a:r>
          </a:p>
        </p:txBody>
      </p:sp>
      <p:pic>
        <p:nvPicPr>
          <p:cNvPr id="3" name="Picture 2" descr="fig7_cardiac_rehabilitation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Cardiac Rehab retention curves with Weibull fits.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Clinical Trial: Retention &amp; Hazard</a:t>
            </a:r>
          </a:p>
        </p:txBody>
      </p:sp>
      <p:pic>
        <p:nvPicPr>
          <p:cNvPr id="3" name="Picture 2" descr="fig9_clinical_trial_participa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Clinical Trial retention curves with Weibull fits.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