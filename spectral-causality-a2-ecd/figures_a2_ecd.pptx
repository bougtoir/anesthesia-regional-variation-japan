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1: Hill's Nine Criteria Coverage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ECD (purple) achieves broader coverage than any single method.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2: ECD Deployment Pipeline</a:t>
            </a:r>
          </a:p>
        </p:txBody>
      </p:sp>
      <p:pic>
        <p:nvPicPr>
          <p:cNvPr id="3" name="Picture 2" descr="fig_ec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Four-step pipeline: LiNGAM bootstrap → DPI spectral analysis → Hodge decomposition → Interventionability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3: Causal Potential vs. Interventionability</a:t>
            </a:r>
          </a:p>
        </p:txBody>
      </p:sp>
      <p:pic>
        <p:nvPicPr>
          <p:cNvPr id="3" name="Picture 2" descr="fig_interventio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Hodge potential φ vs. clinical interventionability ι. Inverse relationship demonstrates mathematical-clinical correspondence.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4: Estimated Causal DAG (DirectLiNGAM)</a:t>
            </a:r>
          </a:p>
        </p:txBody>
      </p:sp>
      <p:pic>
        <p:nvPicPr>
          <p:cNvPr id="3" name="Picture 2" descr="fig6_causal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Arrow weight indicates estimated causal effect size |B_ij|.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5: Three-Method Direction Comparison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Green = agreement, Red = disagreement between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6: LiNGAM DAG vs. Spectral Causality DCG</a:t>
            </a:r>
          </a:p>
        </p:txBody>
      </p:sp>
      <p:pic>
        <p:nvPicPr>
          <p:cNvPr id="3" name="Picture 2" descr="fig7_lingam_v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Dashed lines indicate feedback edges absent in the DAG.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7: ECD Ensemble &amp; Pruning Analysis</a:t>
            </a:r>
          </a:p>
        </p:txBody>
      </p:sp>
      <p:pic>
        <p:nvPicPr>
          <p:cNvPr id="3" name="Picture 2" descr="fig9_ecd_pr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Edge-level feedback rates and bootstrap confidence intervals.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8: Clinical Feedback Network</a:t>
            </a:r>
          </a:p>
        </p:txBody>
      </p:sp>
      <p:pic>
        <p:nvPicPr>
          <p:cNvPr id="3" name="Picture 2" descr="fig_feedback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Edge colors: green = unidirectional (&lt;10%), orange = weak feedback (10–50%), red = strong feedback (&gt;50%). MaxHR ↔ STDep: 73%.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