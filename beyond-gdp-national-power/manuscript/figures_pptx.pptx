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Fig1</a:t>
            </a:r>
          </a:p>
        </p:txBody>
      </p:sp>
      <p:pic>
        <p:nvPicPr>
          <p:cNvPr id="3" name="Picture 2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1  Conquest rates comparing network closure vs. open polities across three reclassification scenarios.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Fig2</a:t>
            </a:r>
          </a:p>
        </p:txBody>
      </p:sp>
      <p:pic>
        <p:nvPicPr>
          <p:cNvPr id="3" name="Picture 2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2  Fisher's exact test p-values for network closure → conquest association, showing transition to significance with reclassification.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Fig3</a:t>
            </a:r>
          </a:p>
        </p:txBody>
      </p:sp>
      <p:pic>
        <p:nvPicPr>
          <p:cNvPr id="3" name="Picture 2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3  Conquest rates by closure type under the 7-country reclassification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Fig4</a:t>
            </a:r>
          </a:p>
        </p:txBody>
      </p:sp>
      <p:pic>
        <p:nvPicPr>
          <p:cNvPr id="3" name="Picture 2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Fig. 4  Forest plot of multivariate logistic regression odds ratios (7-country reclassification, disrupted→overtaken).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